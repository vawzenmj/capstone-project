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9" autoAdjust="0"/>
    <p:restoredTop sz="94660"/>
  </p:normalViewPr>
  <p:slideViewPr>
    <p:cSldViewPr snapToGrid="0">
      <p:cViewPr varScale="1">
        <p:scale>
          <a:sx n="58" d="100"/>
          <a:sy n="58" d="100"/>
        </p:scale>
        <p:origin x="90" y="14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MindScale</a:t>
            </a:r>
            <a:r>
              <a:rPr lang="en-US" dirty="0"/>
              <a:t>: Beyond the Algorithm</a:t>
            </a:r>
            <a:endParaRPr lang="en-K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nnovating</a:t>
            </a:r>
            <a:r>
              <a:rPr lang="en-US" dirty="0"/>
              <a:t> Mental Wellness for the </a:t>
            </a:r>
            <a:r>
              <a:rPr lang="en-US" dirty="0" err="1"/>
              <a:t>DeKUT</a:t>
            </a:r>
            <a:r>
              <a:rPr lang="en-US" dirty="0"/>
              <a:t> Community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012683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 Core Concept – What is </a:t>
            </a:r>
            <a:r>
              <a:rPr lang="en-US" dirty="0" err="1"/>
              <a:t>MindScale</a:t>
            </a:r>
            <a:r>
              <a:rPr lang="en-US" dirty="0"/>
              <a:t>?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Invention: Sentiment analysis and predictive AI </a:t>
            </a:r>
            <a:r>
              <a:rPr lang="en-US" dirty="0" err="1" smtClean="0"/>
              <a:t>models.I</a:t>
            </a:r>
            <a:endParaRPr lang="en-US" dirty="0" smtClean="0"/>
          </a:p>
          <a:p>
            <a:r>
              <a:rPr lang="en-US" dirty="0" err="1" smtClean="0"/>
              <a:t>nnovation</a:t>
            </a:r>
            <a:r>
              <a:rPr lang="en-US" dirty="0"/>
              <a:t>: Applying these models to create a private, role-based wellness portal </a:t>
            </a:r>
            <a:endParaRPr lang="en-US" dirty="0" smtClean="0"/>
          </a:p>
          <a:p>
            <a:r>
              <a:rPr lang="en-US" dirty="0" smtClean="0"/>
              <a:t>specifically </a:t>
            </a:r>
            <a:r>
              <a:rPr lang="en-US" dirty="0"/>
              <a:t>for university students and staff</a:t>
            </a:r>
            <a:r>
              <a:rPr lang="en-US" dirty="0" smtClean="0"/>
              <a:t>.</a:t>
            </a:r>
          </a:p>
          <a:p>
            <a:r>
              <a:rPr lang="en-US" dirty="0" smtClean="0"/>
              <a:t>Key </a:t>
            </a:r>
            <a:r>
              <a:rPr lang="en-US" dirty="0"/>
              <a:t>Focus: Moving from a "tool that detects" to a "system that supports."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41627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 – The "Stigma Gap"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Reality: Thousands of individuals at </a:t>
            </a:r>
            <a:r>
              <a:rPr lang="en-US" dirty="0" err="1"/>
              <a:t>DeKUT</a:t>
            </a:r>
            <a:r>
              <a:rPr lang="en-US" dirty="0"/>
              <a:t> face high stress but avoid traditional counseling due to fear of judgment or time constraints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Opportunity: Digital innovation allows us to provide a "pre-clinical" space where users can seek help anonymously.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906910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Innovation – The Workflow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Identity: Personalized experience for Students vs. Staff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Assessment: Frictionless, mobile-friendly wellness surveys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Intelligence: Using Machine Learning (Logistic Regression &amp; Decision Trees) to categorize risk in real-time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Output: Immediate, actionable roadmaps based on the user's specific risk level.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131057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Innovation – Privacy as a Feature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Zero PII:</a:t>
            </a:r>
            <a:r>
              <a:rPr lang="en-US" dirty="0"/>
              <a:t> No names, no IDs, no emails.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Trust-Based Design:</a:t>
            </a:r>
            <a:r>
              <a:rPr lang="en-US" dirty="0"/>
              <a:t> In the field of mental health, privacy isn't just a setting—it’s the foundation of the entire innovation.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Human Guardrails:</a:t>
            </a:r>
            <a:r>
              <a:rPr lang="en-US" dirty="0"/>
              <a:t> The system is designed to bridge the gap to human professionals, not replace them.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607320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&amp; Future </a:t>
            </a:r>
            <a:r>
              <a:rPr lang="en-US" dirty="0" smtClean="0"/>
              <a:t>Roadmap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the User: Immediate self-awareness and reduced barriers to help</a:t>
            </a:r>
            <a:r>
              <a:rPr lang="en-US" dirty="0" smtClean="0"/>
              <a:t>.</a:t>
            </a:r>
          </a:p>
          <a:p>
            <a:r>
              <a:rPr lang="en-US" dirty="0" smtClean="0"/>
              <a:t>For </a:t>
            </a:r>
            <a:r>
              <a:rPr lang="en-US" dirty="0"/>
              <a:t>the Institution: Data-driven insights into campus-wide wellness trends without compromising individual privacy</a:t>
            </a:r>
            <a:r>
              <a:rPr lang="en-US" dirty="0" smtClean="0"/>
              <a:t>.</a:t>
            </a:r>
          </a:p>
          <a:p>
            <a:r>
              <a:rPr lang="en-US" dirty="0" smtClean="0"/>
              <a:t>Future </a:t>
            </a:r>
            <a:r>
              <a:rPr lang="en-US" dirty="0"/>
              <a:t>Vision: Passive monitoring via wearables and longitudinal tracking to see wellness trends over a 4-year degree.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846531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Summary: </a:t>
            </a:r>
            <a:r>
              <a:rPr lang="en-US" dirty="0" err="1"/>
              <a:t>MindScale</a:t>
            </a:r>
            <a:r>
              <a:rPr lang="en-US" dirty="0"/>
              <a:t> is an innovation of necessity. It proves that technology is at its best when it serves the most vulnerable parts of our community</a:t>
            </a:r>
            <a:r>
              <a:rPr lang="en-US" dirty="0" smtClean="0"/>
              <a:t>.</a:t>
            </a:r>
          </a:p>
          <a:p>
            <a:r>
              <a:rPr lang="en-US" dirty="0" smtClean="0"/>
              <a:t>Final </a:t>
            </a:r>
            <a:r>
              <a:rPr lang="en-US" dirty="0"/>
              <a:t>Thought: "Innovation isn't just about what the code can do; it's about what the code allows the user to feel: seen, safe, and supported.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9011917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</TotalTime>
  <Words>349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</vt:lpstr>
      <vt:lpstr>MindScale: Beyond the Algorithm</vt:lpstr>
      <vt:lpstr>he Core Concept – What is MindScale?</vt:lpstr>
      <vt:lpstr>The Problem – The "Stigma Gap"</vt:lpstr>
      <vt:lpstr>Technical Innovation – The Workflow</vt:lpstr>
      <vt:lpstr>Ethical Innovation – Privacy as a Feature</vt:lpstr>
      <vt:lpstr>Impact &amp; Future Roadmap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MindScale: Beyond the Algorithm</dc:title>
  <dc:creator>John Ndirangu</dc:creator>
  <cp:lastModifiedBy>John Ndirangu</cp:lastModifiedBy>
  <cp:revision>1</cp:revision>
  <dcterms:created xsi:type="dcterms:W3CDTF">2026-01-30T19:19:25Z</dcterms:created>
  <dcterms:modified xsi:type="dcterms:W3CDTF">2026-01-30T19:24:44Z</dcterms:modified>
</cp:coreProperties>
</file>