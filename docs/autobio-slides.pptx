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Forging a Path in the Digital Frontier</a:t>
            </a:r>
            <a:endParaRPr lang="en-K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Journey of Passion, Resilience, and Innovation in Technology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3704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Beginnings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387900"/>
            <a:ext cx="8946541" cy="4195481"/>
          </a:xfrm>
        </p:spPr>
        <p:txBody>
          <a:bodyPr/>
          <a:lstStyle/>
          <a:p>
            <a:r>
              <a:rPr lang="en-US" dirty="0"/>
              <a:t>Born and raised in </a:t>
            </a:r>
            <a:r>
              <a:rPr lang="en-US" dirty="0" err="1"/>
              <a:t>Nyandarua</a:t>
            </a:r>
            <a:r>
              <a:rPr lang="en-US" dirty="0"/>
              <a:t> County, </a:t>
            </a:r>
            <a:r>
              <a:rPr lang="en-US" dirty="0" smtClean="0"/>
              <a:t>Kenya</a:t>
            </a:r>
          </a:p>
          <a:p>
            <a:r>
              <a:rPr lang="en-US" dirty="0" smtClean="0"/>
              <a:t>Early </a:t>
            </a:r>
            <a:r>
              <a:rPr lang="en-US" dirty="0"/>
              <a:t>education at </a:t>
            </a:r>
            <a:r>
              <a:rPr lang="en-US" dirty="0" err="1"/>
              <a:t>Ndemi</a:t>
            </a:r>
            <a:r>
              <a:rPr lang="en-US" dirty="0"/>
              <a:t> Primary </a:t>
            </a:r>
            <a:r>
              <a:rPr lang="en-US" dirty="0" smtClean="0"/>
              <a:t>School</a:t>
            </a:r>
          </a:p>
          <a:p>
            <a:r>
              <a:rPr lang="en-US" dirty="0" smtClean="0"/>
              <a:t>First </a:t>
            </a:r>
            <a:r>
              <a:rPr lang="en-US" dirty="0"/>
              <a:t>exposure to computers at Maryland Academy Sparked curiosity about technology and its evolution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0819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and Ambition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Inspired by Dr. Bright </a:t>
            </a:r>
            <a:r>
              <a:rPr lang="en-US" dirty="0" err="1"/>
              <a:t>Gameli’s</a:t>
            </a:r>
            <a:r>
              <a:rPr lang="en-US" dirty="0"/>
              <a:t> interview on </a:t>
            </a:r>
            <a:r>
              <a:rPr lang="en-US" dirty="0" smtClean="0"/>
              <a:t>cybersecurity</a:t>
            </a:r>
          </a:p>
          <a:p>
            <a:r>
              <a:rPr lang="en-US" dirty="0" smtClean="0"/>
              <a:t>Realized </a:t>
            </a:r>
            <a:r>
              <a:rPr lang="en-US" dirty="0"/>
              <a:t>the internet as a “digital </a:t>
            </a:r>
            <a:r>
              <a:rPr lang="en-US" dirty="0" smtClean="0"/>
              <a:t>battlefield</a:t>
            </a:r>
          </a:p>
          <a:p>
            <a:r>
              <a:rPr lang="en-US" dirty="0" smtClean="0"/>
              <a:t>Formed </a:t>
            </a:r>
            <a:r>
              <a:rPr lang="en-US" dirty="0"/>
              <a:t>a clear goal to understand cybersecurity and ethical hacking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3280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and Foundations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Third-born in a family of </a:t>
            </a:r>
            <a:r>
              <a:rPr lang="en-US" dirty="0" err="1"/>
              <a:t>fourParents</a:t>
            </a:r>
            <a:r>
              <a:rPr lang="en-US" dirty="0"/>
              <a:t> instilled hard work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patience, and </a:t>
            </a:r>
            <a:r>
              <a:rPr lang="en-US" dirty="0" smtClean="0"/>
              <a:t>resilience</a:t>
            </a:r>
          </a:p>
          <a:p>
            <a:r>
              <a:rPr lang="en-US" dirty="0" smtClean="0"/>
              <a:t>Early </a:t>
            </a:r>
            <a:r>
              <a:rPr lang="en-US" dirty="0"/>
              <a:t>dream of joining the military evolved into protecting digital </a:t>
            </a:r>
            <a:r>
              <a:rPr lang="en-US" dirty="0" smtClean="0"/>
              <a:t>borders</a:t>
            </a:r>
          </a:p>
          <a:p>
            <a:r>
              <a:rPr lang="en-US" dirty="0" smtClean="0"/>
              <a:t>Motivation</a:t>
            </a:r>
            <a:r>
              <a:rPr lang="en-US" dirty="0"/>
              <a:t>: earn a university place and own a personal laptop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9366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853248"/>
          </a:xfrm>
        </p:spPr>
        <p:txBody>
          <a:bodyPr/>
          <a:lstStyle/>
          <a:p>
            <a:r>
              <a:rPr lang="en-US" dirty="0"/>
              <a:t>Development through secondary and university education, highlighting self-learning and passion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634" y="2543695"/>
            <a:ext cx="9767220" cy="3704704"/>
          </a:xfrm>
        </p:spPr>
        <p:txBody>
          <a:bodyPr/>
          <a:lstStyle/>
          <a:p>
            <a:r>
              <a:rPr lang="en-US" dirty="0"/>
              <a:t>Development through secondary and university education, highlighting </a:t>
            </a:r>
            <a:r>
              <a:rPr lang="en-US" dirty="0" err="1" smtClean="0"/>
              <a:t>selflearning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passion</a:t>
            </a:r>
          </a:p>
          <a:p>
            <a:r>
              <a:rPr lang="en-US" dirty="0"/>
              <a:t>Secondary School – Nurturing the </a:t>
            </a:r>
            <a:r>
              <a:rPr lang="en-US" dirty="0" err="1" smtClean="0"/>
              <a:t>SparkJ</a:t>
            </a:r>
            <a:endParaRPr lang="en-US" dirty="0" smtClean="0"/>
          </a:p>
          <a:p>
            <a:r>
              <a:rPr lang="en-US" dirty="0"/>
              <a:t>J</a:t>
            </a:r>
            <a:r>
              <a:rPr lang="en-US" dirty="0" smtClean="0"/>
              <a:t>oined </a:t>
            </a:r>
            <a:r>
              <a:rPr lang="en-US" dirty="0"/>
              <a:t>computer classes and science </a:t>
            </a:r>
            <a:r>
              <a:rPr lang="en-US" dirty="0" smtClean="0"/>
              <a:t>fairs</a:t>
            </a:r>
          </a:p>
          <a:p>
            <a:r>
              <a:rPr lang="en-US" dirty="0" smtClean="0"/>
              <a:t>Self-taught </a:t>
            </a:r>
            <a:r>
              <a:rPr lang="en-US" dirty="0"/>
              <a:t>Python programming without a personal </a:t>
            </a:r>
            <a:r>
              <a:rPr lang="en-US" dirty="0" smtClean="0"/>
              <a:t>computer</a:t>
            </a:r>
          </a:p>
          <a:p>
            <a:r>
              <a:rPr lang="en-US" dirty="0" smtClean="0"/>
              <a:t>Learned </a:t>
            </a:r>
            <a:r>
              <a:rPr lang="en-US" dirty="0"/>
              <a:t>coding logic by writing code in notebooks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2478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breeds clarity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Pandemic </a:t>
            </a:r>
            <a:r>
              <a:rPr lang="en-US" dirty="0" smtClean="0"/>
              <a:t>Crossroads</a:t>
            </a:r>
          </a:p>
          <a:p>
            <a:r>
              <a:rPr lang="en-US" dirty="0" smtClean="0"/>
              <a:t>COVID-19 </a:t>
            </a:r>
            <a:r>
              <a:rPr lang="en-US" dirty="0"/>
              <a:t>disrupted education but deepened digital </a:t>
            </a:r>
            <a:r>
              <a:rPr lang="en-US" dirty="0" smtClean="0"/>
              <a:t>curiosity</a:t>
            </a:r>
          </a:p>
          <a:p>
            <a:r>
              <a:rPr lang="en-US" dirty="0" smtClean="0"/>
              <a:t>Observed </a:t>
            </a:r>
            <a:r>
              <a:rPr lang="en-US" dirty="0"/>
              <a:t>global shift to online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Strengthened </a:t>
            </a:r>
            <a:r>
              <a:rPr lang="en-US" dirty="0"/>
              <a:t>resolve to pursue technology and cybersecurity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3272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</a:t>
            </a:r>
            <a:r>
              <a:rPr lang="en-US" dirty="0" err="1"/>
              <a:t>Dedan</a:t>
            </a:r>
            <a:r>
              <a:rPr lang="en-US" dirty="0"/>
              <a:t> Kimathi University of Technology (</a:t>
            </a:r>
            <a:r>
              <a:rPr lang="en-US" dirty="0" err="1"/>
              <a:t>DeKUT</a:t>
            </a:r>
            <a:r>
              <a:rPr lang="en-US" dirty="0"/>
              <a:t>)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University Life – The </a:t>
            </a:r>
            <a:r>
              <a:rPr lang="en-US" dirty="0" smtClean="0"/>
              <a:t>Forge</a:t>
            </a:r>
          </a:p>
          <a:p>
            <a:r>
              <a:rPr lang="en-US" dirty="0" smtClean="0"/>
              <a:t>Enrolled </a:t>
            </a:r>
            <a:r>
              <a:rPr lang="en-US" dirty="0"/>
              <a:t>in Bachelor of Science in Business Information Technology (BBIT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Combined </a:t>
            </a:r>
            <a:r>
              <a:rPr lang="en-US" dirty="0"/>
              <a:t>technical and business </a:t>
            </a:r>
            <a:r>
              <a:rPr lang="en-US" dirty="0" smtClean="0"/>
              <a:t>knowledge</a:t>
            </a:r>
          </a:p>
          <a:p>
            <a:r>
              <a:rPr lang="en-US" dirty="0" smtClean="0"/>
              <a:t>Learned </a:t>
            </a:r>
            <a:r>
              <a:rPr lang="en-US" dirty="0"/>
              <a:t>to view cybersecurity as a core business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Developed </a:t>
            </a:r>
            <a:r>
              <a:rPr lang="en-US" dirty="0"/>
              <a:t>both strategic and technical thinking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543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853248"/>
          </a:xfrm>
        </p:spPr>
        <p:txBody>
          <a:bodyPr/>
          <a:lstStyle/>
          <a:p>
            <a:r>
              <a:rPr lang="en-US" dirty="0"/>
              <a:t>Showcasing applied projects, programming expertise, and certifications pursued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2177935"/>
            <a:ext cx="9718325" cy="3937461"/>
          </a:xfrm>
        </p:spPr>
        <p:txBody>
          <a:bodyPr/>
          <a:lstStyle/>
          <a:p>
            <a:r>
              <a:rPr lang="en-US" dirty="0"/>
              <a:t>Applied Learning – BBIT in </a:t>
            </a:r>
            <a:r>
              <a:rPr lang="en-US" dirty="0" smtClean="0"/>
              <a:t>Action</a:t>
            </a:r>
          </a:p>
          <a:p>
            <a:r>
              <a:rPr lang="en-US" dirty="0" smtClean="0"/>
              <a:t>Designed </a:t>
            </a:r>
            <a:r>
              <a:rPr lang="en-US" dirty="0"/>
              <a:t>a secure network architecture for a logistics </a:t>
            </a:r>
            <a:r>
              <a:rPr lang="en-US" dirty="0" smtClean="0"/>
              <a:t>firm</a:t>
            </a:r>
          </a:p>
          <a:p>
            <a:r>
              <a:rPr lang="en-US" dirty="0" smtClean="0"/>
              <a:t>Created </a:t>
            </a:r>
            <a:r>
              <a:rPr lang="en-US" dirty="0"/>
              <a:t>a Risk Assessment Matrix to justify security </a:t>
            </a:r>
            <a:r>
              <a:rPr lang="en-US" dirty="0" smtClean="0"/>
              <a:t>investments</a:t>
            </a:r>
          </a:p>
          <a:p>
            <a:r>
              <a:rPr lang="en-US" dirty="0" smtClean="0"/>
              <a:t>Learned </a:t>
            </a:r>
            <a:r>
              <a:rPr lang="en-US" dirty="0"/>
              <a:t>that security ensures business </a:t>
            </a:r>
            <a:r>
              <a:rPr lang="en-US" dirty="0" smtClean="0"/>
              <a:t>continuity</a:t>
            </a:r>
          </a:p>
          <a:p>
            <a:r>
              <a:rPr lang="en-US" dirty="0" smtClean="0"/>
              <a:t>Understood </a:t>
            </a:r>
            <a:r>
              <a:rPr lang="en-US" dirty="0"/>
              <a:t>financial impact of data integrity failures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2193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Mastery – Python and Automation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Specialized in Python </a:t>
            </a:r>
            <a:r>
              <a:rPr lang="en-US" dirty="0" smtClean="0"/>
              <a:t>programming</a:t>
            </a:r>
          </a:p>
          <a:p>
            <a:r>
              <a:rPr lang="en-US" dirty="0" smtClean="0"/>
              <a:t>Built </a:t>
            </a:r>
            <a:r>
              <a:rPr lang="en-US" dirty="0"/>
              <a:t>an automated log analysis tool to detect DDoS </a:t>
            </a:r>
            <a:r>
              <a:rPr lang="en-US" dirty="0" smtClean="0"/>
              <a:t>attacks</a:t>
            </a:r>
          </a:p>
          <a:p>
            <a:r>
              <a:rPr lang="en-US" dirty="0" smtClean="0"/>
              <a:t>Learned </a:t>
            </a:r>
            <a:r>
              <a:rPr lang="en-US" dirty="0"/>
              <a:t>optimization, debugging, and performance tuning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3741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49382"/>
            <a:ext cx="9404723" cy="1603866"/>
          </a:xfrm>
        </p:spPr>
        <p:txBody>
          <a:bodyPr/>
          <a:lstStyle/>
          <a:p>
            <a:r>
              <a:rPr lang="en-US" dirty="0"/>
              <a:t>Pursuing </a:t>
            </a:r>
            <a:r>
              <a:rPr lang="en-US" dirty="0" err="1"/>
              <a:t>DevNet</a:t>
            </a:r>
            <a:r>
              <a:rPr lang="en-US" dirty="0"/>
              <a:t> Associate Certification to master network automation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2177935"/>
            <a:ext cx="9634217" cy="4070464"/>
          </a:xfrm>
        </p:spPr>
        <p:txBody>
          <a:bodyPr/>
          <a:lstStyle/>
          <a:p>
            <a:r>
              <a:rPr lang="en-US" dirty="0"/>
              <a:t>Innovation – The </a:t>
            </a:r>
            <a:r>
              <a:rPr lang="en-US" dirty="0" err="1"/>
              <a:t>Mindscale</a:t>
            </a:r>
            <a:r>
              <a:rPr lang="en-US" dirty="0"/>
              <a:t> </a:t>
            </a:r>
            <a:r>
              <a:rPr lang="en-US" dirty="0" smtClean="0"/>
              <a:t>Project</a:t>
            </a:r>
          </a:p>
          <a:p>
            <a:r>
              <a:rPr lang="en-US" dirty="0" smtClean="0"/>
              <a:t>Final </a:t>
            </a:r>
            <a:r>
              <a:rPr lang="en-US" dirty="0"/>
              <a:t>year project: </a:t>
            </a:r>
            <a:r>
              <a:rPr lang="en-US" dirty="0" err="1"/>
              <a:t>Mindscale</a:t>
            </a:r>
            <a:r>
              <a:rPr lang="en-US" dirty="0"/>
              <a:t>, an AI-driven mental wellness </a:t>
            </a:r>
            <a:r>
              <a:rPr lang="en-US" dirty="0" smtClean="0"/>
              <a:t>platform</a:t>
            </a:r>
          </a:p>
          <a:p>
            <a:r>
              <a:rPr lang="en-US" dirty="0" smtClean="0"/>
              <a:t>Uses </a:t>
            </a:r>
            <a:r>
              <a:rPr lang="en-US" dirty="0"/>
              <a:t>Natural Language Processing (NLP) to assess emotional </a:t>
            </a:r>
            <a:r>
              <a:rPr lang="en-US" dirty="0" smtClean="0"/>
              <a:t>well-being</a:t>
            </a:r>
          </a:p>
          <a:p>
            <a:r>
              <a:rPr lang="en-US" dirty="0" smtClean="0"/>
              <a:t>Provides </a:t>
            </a:r>
            <a:r>
              <a:rPr lang="en-US" dirty="0"/>
              <a:t>personalized, non-clinical </a:t>
            </a:r>
            <a:r>
              <a:rPr lang="en-US" dirty="0" smtClean="0"/>
              <a:t>recommendations</a:t>
            </a:r>
          </a:p>
          <a:p>
            <a:r>
              <a:rPr lang="en-US" dirty="0" smtClean="0"/>
              <a:t>Integrates </a:t>
            </a:r>
            <a:r>
              <a:rPr lang="en-US" dirty="0"/>
              <a:t>AI, cybersecurity, and business strategy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1967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on ethical considerations, business model, and social impact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Ethical and Business </a:t>
            </a:r>
            <a:r>
              <a:rPr lang="en-US" dirty="0" smtClean="0"/>
              <a:t>Dimensions</a:t>
            </a:r>
          </a:p>
          <a:p>
            <a:r>
              <a:rPr lang="en-US" dirty="0" smtClean="0"/>
              <a:t>Implemented </a:t>
            </a:r>
            <a:r>
              <a:rPr lang="en-US" dirty="0"/>
              <a:t>data anonymization and privacy </a:t>
            </a:r>
            <a:r>
              <a:rPr lang="en-US" dirty="0" smtClean="0"/>
              <a:t>compliance</a:t>
            </a:r>
          </a:p>
          <a:p>
            <a:r>
              <a:rPr lang="en-US" dirty="0" smtClean="0"/>
              <a:t>Designed </a:t>
            </a:r>
            <a:r>
              <a:rPr lang="en-US" dirty="0"/>
              <a:t>as a SaaS model for universities and </a:t>
            </a:r>
            <a:r>
              <a:rPr lang="en-US" dirty="0" smtClean="0"/>
              <a:t>corporations</a:t>
            </a:r>
          </a:p>
          <a:p>
            <a:r>
              <a:rPr lang="en-US" dirty="0"/>
              <a:t>Demonstrates how technology can drive social impact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0332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for the Future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become a Future Network </a:t>
            </a:r>
            <a:r>
              <a:rPr lang="en-US" dirty="0" smtClean="0"/>
              <a:t>Engineer</a:t>
            </a:r>
          </a:p>
          <a:p>
            <a:r>
              <a:rPr lang="en-US" dirty="0" smtClean="0"/>
              <a:t>Focus</a:t>
            </a:r>
            <a:r>
              <a:rPr lang="en-US" dirty="0"/>
              <a:t>: secure, programmable, and scalable digital </a:t>
            </a:r>
            <a:r>
              <a:rPr lang="en-US" dirty="0" smtClean="0"/>
              <a:t>infrastructure</a:t>
            </a:r>
          </a:p>
          <a:p>
            <a:r>
              <a:rPr lang="en-US" dirty="0" smtClean="0"/>
              <a:t>Blend </a:t>
            </a:r>
            <a:r>
              <a:rPr lang="en-US" dirty="0"/>
              <a:t>of business insight, coding expertise, and ethical responsibility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9559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for the </a:t>
            </a:r>
            <a:r>
              <a:rPr lang="en-US" dirty="0" smtClean="0"/>
              <a:t>Future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004" y="2052918"/>
            <a:ext cx="9916849" cy="4195481"/>
          </a:xfrm>
        </p:spPr>
        <p:txBody>
          <a:bodyPr/>
          <a:lstStyle/>
          <a:p>
            <a:r>
              <a:rPr lang="en-US" dirty="0"/>
              <a:t>Aim: become a Future Network </a:t>
            </a:r>
            <a:r>
              <a:rPr lang="en-US" dirty="0" smtClean="0"/>
              <a:t>Engineer</a:t>
            </a:r>
          </a:p>
          <a:p>
            <a:r>
              <a:rPr lang="en-US" dirty="0" smtClean="0"/>
              <a:t>Focus</a:t>
            </a:r>
            <a:r>
              <a:rPr lang="en-US" dirty="0"/>
              <a:t>: secure, programmable, and scalable digital </a:t>
            </a:r>
            <a:r>
              <a:rPr lang="en-US" dirty="0" smtClean="0"/>
              <a:t>infrastructure</a:t>
            </a:r>
          </a:p>
          <a:p>
            <a:r>
              <a:rPr lang="en-US" dirty="0" smtClean="0"/>
              <a:t>Blend </a:t>
            </a:r>
            <a:r>
              <a:rPr lang="en-US" dirty="0"/>
              <a:t>of business insight, coding expertise, and ethical responsibility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65174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Curiosity and persistence can overcome limited </a:t>
            </a:r>
            <a:r>
              <a:rPr lang="en-US" dirty="0" smtClean="0"/>
              <a:t>resources</a:t>
            </a:r>
          </a:p>
          <a:p>
            <a:r>
              <a:rPr lang="en-US" dirty="0" smtClean="0"/>
              <a:t>Cybersecurity </a:t>
            </a:r>
            <a:r>
              <a:rPr lang="en-US" dirty="0"/>
              <a:t>is both a technical and strategic </a:t>
            </a:r>
            <a:r>
              <a:rPr lang="en-US" dirty="0" smtClean="0"/>
              <a:t>discipline</a:t>
            </a:r>
          </a:p>
          <a:p>
            <a:r>
              <a:rPr lang="en-US" dirty="0" smtClean="0"/>
              <a:t>Innovation </a:t>
            </a:r>
            <a:r>
              <a:rPr lang="en-US" dirty="0"/>
              <a:t>thrives at the intersection of technology and humanity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19131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488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Forging a Path in the Digital Frontier</vt:lpstr>
      <vt:lpstr>Early Beginnings</vt:lpstr>
      <vt:lpstr>Inspiration and Ambition</vt:lpstr>
      <vt:lpstr>Family and Foundations</vt:lpstr>
      <vt:lpstr>Development through secondary and university education, highlighting self-learning and passion</vt:lpstr>
      <vt:lpstr>Constraint breeds clarity</vt:lpstr>
      <vt:lpstr>Targeted Dedan Kimathi University of Technology (DeKUT)</vt:lpstr>
      <vt:lpstr>Showcasing applied projects, programming expertise, and certifications pursued</vt:lpstr>
      <vt:lpstr>Technical Mastery – Python and Automation</vt:lpstr>
      <vt:lpstr>Pursuing DevNet Associate Certification to master network automation</vt:lpstr>
      <vt:lpstr>Focus on ethical considerations, business model, and social impact</vt:lpstr>
      <vt:lpstr>Vision for the Future</vt:lpstr>
      <vt:lpstr>Vision for the Future</vt:lpstr>
      <vt:lpstr>Key Takeaways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Forging a Path in the Digital Frontier</dc:title>
  <dc:creator>John Ndirangu</dc:creator>
  <cp:lastModifiedBy>John Ndirangu</cp:lastModifiedBy>
  <cp:revision>3</cp:revision>
  <dcterms:created xsi:type="dcterms:W3CDTF">2026-01-30T18:17:28Z</dcterms:created>
  <dcterms:modified xsi:type="dcterms:W3CDTF">2026-01-30T19:11:00Z</dcterms:modified>
</cp:coreProperties>
</file>